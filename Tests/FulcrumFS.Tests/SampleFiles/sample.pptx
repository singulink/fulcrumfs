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92" d="100"/>
          <a:sy n="92" d="100"/>
        </p:scale>
        <p:origin x="82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DCC0-3AB4-4368-96FD-37A330893D3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7A24F-DE75-4776-82EB-E932F6B83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235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DCC0-3AB4-4368-96FD-37A330893D3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7A24F-DE75-4776-82EB-E932F6B83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137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DCC0-3AB4-4368-96FD-37A330893D3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7A24F-DE75-4776-82EB-E932F6B83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389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DCC0-3AB4-4368-96FD-37A330893D3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7A24F-DE75-4776-82EB-E932F6B83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361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DCC0-3AB4-4368-96FD-37A330893D3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7A24F-DE75-4776-82EB-E932F6B83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70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DCC0-3AB4-4368-96FD-37A330893D3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7A24F-DE75-4776-82EB-E932F6B83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461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DCC0-3AB4-4368-96FD-37A330893D3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7A24F-DE75-4776-82EB-E932F6B83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09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DCC0-3AB4-4368-96FD-37A330893D3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7A24F-DE75-4776-82EB-E932F6B83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357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DCC0-3AB4-4368-96FD-37A330893D3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7A24F-DE75-4776-82EB-E932F6B83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24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DCC0-3AB4-4368-96FD-37A330893D3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7A24F-DE75-4776-82EB-E932F6B83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534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DCC0-3AB4-4368-96FD-37A330893D3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7A24F-DE75-4776-82EB-E932F6B83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82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1DCC0-3AB4-4368-96FD-37A330893D3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7A24F-DE75-4776-82EB-E932F6B83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5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smtClean="0"/>
              <a:t>Sample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49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Sample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</dc:title>
  <dc:creator>Mike Marynowski</dc:creator>
  <cp:lastModifiedBy>Mike Marynowski</cp:lastModifiedBy>
  <cp:revision>1</cp:revision>
  <dcterms:created xsi:type="dcterms:W3CDTF">2026-05-14T12:45:42Z</dcterms:created>
  <dcterms:modified xsi:type="dcterms:W3CDTF">2026-05-14T12:46:18Z</dcterms:modified>
</cp:coreProperties>
</file>